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4" r:id="rId3"/>
    <p:sldId id="288" r:id="rId4"/>
    <p:sldId id="290" r:id="rId5"/>
    <p:sldId id="28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FW5ilV+6mgSK/GDI0eqM7Q==" hashData="zdtk/JvIZBseYO8YzdZRENVg/74JjTw8EWXUVUq3fFVZi9SjnURe0Gs0cy/AUJoVEz9OPG9WR8dZwVq1oq2shw=="/>
  <p:extLst>
    <p:ext uri="{521415D9-36F7-43E2-AB2F-B90AF26B5E84}">
      <p14:sectionLst xmlns:p14="http://schemas.microsoft.com/office/powerpoint/2010/main">
        <p14:section name="الحروف اللثوية" id="{E675B412-7CBC-4F2B-8C7B-5C99DCD07B4E}">
          <p14:sldIdLst>
            <p14:sldId id="284"/>
          </p14:sldIdLst>
        </p14:section>
        <p14:section name="الحروف اللثوية" id="{8F3E2AF6-32EE-460C-A013-146E403CF7A2}">
          <p14:sldIdLst>
            <p14:sldId id="288"/>
            <p14:sldId id="290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B4E2-FEEE-02B0-B460-D3B32D28D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078E0-F60B-AD1C-BF98-BDACD4150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25B32-0F61-BAE3-9508-B301C708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82DF5-F211-CBD7-578C-0AC277E8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BB502-2C51-F82F-2563-DBC873F6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DCF5-256B-064D-2F1C-40D2FBCC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D6D37-C2B1-D355-2E0D-57C9DEE38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9B6E7-C249-C1F8-5EE8-021459C1E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B3065-28B8-0D9D-BADD-C90682731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28475-FE61-641F-0257-7CA857A3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0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D180-AEBE-6280-B826-161A81F5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EA1-A8F9-C3AC-B2DF-2A79E1F22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7F88B-7BD2-0EA0-DD1E-D294CF6BE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20C81-8F29-3038-9B73-7AC1D7B9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7E2F5-CD2B-06BA-5AC5-9AF32701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9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5DEC-9DDC-8093-FA05-24442627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949E4-87B9-8D40-4CD2-E71AEFFF8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A95F6-24DE-B68F-F68C-796476170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FE386-0EF9-F96B-C18D-347893F9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60AFD-0E35-DCB4-9D2E-9FCC32CD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C78BA-2B5D-543F-BA56-05BCC00B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5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9D70-4641-6804-228A-F90D3926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6959B-64B7-D261-6C66-782510360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C83EB-1F1D-8D11-0309-33AAB0C0A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EA556-E1A3-293E-D453-74FEC632D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BCAD7-D40D-6E36-AFF7-4DA4F0AA2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8C2A8-0E1F-DF0D-3DD7-622CFAC2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D82718-DA11-0036-A554-56D159AA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927FD-34B3-77D8-684A-02C16443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5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6CE2-84A8-D02E-2192-116EF0AFD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B25BB-06F5-D9DD-D2AB-B1904781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34748-2DF3-D5F4-54C8-C26C4E71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E33CD-EF1B-1087-A6B7-C6CC3BB23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8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DE794-BD49-6D16-6514-6415F607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9168C-9229-387C-CC21-C8A0192B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7518C-87FF-E344-BE08-A848043A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32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E0D5-4F76-8C3C-7493-7DA11286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B20E-4DC8-BE8D-4FC8-BDDA55D55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63357-F972-AEF4-F733-0C5DF14AD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D6E27-3233-DF31-6BB2-B88E2C0F9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92DE1-EA0C-4E86-8867-6FEA91CA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4A7FB-FBED-3054-3256-5CBB9D042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12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1C32-8DF5-AE11-4F17-D122B165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BAAC2-EEEB-9899-676F-421AD1A6A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41CFD-F7C6-F099-CFB5-4BFCA1397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439A3-7B92-869F-3371-CCA15D2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E9382-109F-AE27-9D78-10349322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7CAF7-85E1-22AA-2AB6-A9F3B691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5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1E2B-17D6-89B3-0823-47815EC96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73AE0-6408-2703-5BE9-0E3B7BA02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3A1F1-298A-144C-5449-C55816DD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07CD2-536A-FFDC-64F1-B5CE57D9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3E61E-1643-AE0B-92B6-669434F69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0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0CED55-2762-6A0A-4795-0B24314AA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F7681-30B9-49AB-84EB-6FFB5DC28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A454B-0801-77B2-37E0-05FC66EF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10FA7-C84D-C2BB-3EC1-652E876C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984F3-5FCB-CB4D-657D-F1A5DA8A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28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5FCE-70EA-48C1-8E33-6761EE6B8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5263F-2333-45BB-A434-AA556420F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973AA-F984-4352-B416-A14FFD887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028B0-55A8-41F5-9C09-D26BFAEA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05928-16B5-41FD-A34F-E008BE2F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01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458F-F3D1-48AF-81CE-353B58FA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C934E-166A-488F-BD4F-A64D8F63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7AB49-1D17-423B-8070-6928B0591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DA059-244A-4A21-B7D2-452AFD65D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77641-1320-45E0-A24B-70CF8199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97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B310-A485-4BCA-8CC1-BDB5EEFE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08512-343C-489F-BD78-8E9DBE803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6DD8C-2C23-4D3E-8FCC-39072947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C0A8D-232A-49A6-AAC0-17917B79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2204F-0527-4954-A614-6A6C6EBE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96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D62C-AAB7-4F2F-8502-2888DF12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CDFDF-E955-41F2-B829-2A2CCC82A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E67DE-65F0-49A6-8126-9C911F1A9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CD120-F0D5-4031-B07E-F7DAF3A0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EFAA6-2432-4D45-8B63-A6D84F81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EA6DA-6136-4DEC-A8DE-2136B341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82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E3EC-61D7-49B0-ACB6-1D927C71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AB4C6-9F2E-4F6F-80E7-AAB815DB9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70422-D6DC-4BA6-AB13-C10561B52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13BB4D-CA16-411F-B473-A0D0DB6DC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CB653-F158-41DE-A0D2-2AF616058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EA9F6-E625-4817-951C-8DC23692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1B8C6-1F38-4070-AF99-5560EA9C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ECE8D-B54C-49F3-861A-C9ECB10AC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70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2A08-8CF6-4ED2-AC58-87A1C2C0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34B85-28CA-46B8-9A88-14408055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E21CA-BACE-4A85-96B2-A491E0AD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2E798-AEFE-4C76-A40F-0AE300C2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38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3CBDB-A9F1-465B-92EB-DAC8837B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1122C-9EAA-468F-91CA-E6F0BCEB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D32B1-0749-4182-B3EC-62E3529A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501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8B2C-FA1B-43BF-9009-619242C1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7B6D-2803-4046-A78D-60BACB1DA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540D1-2247-4EE6-AC15-2C2EA7D7B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F1787-3BCE-4219-BA90-EF3E64A7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0AF7C-0D42-4D79-815C-8E6A0332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D4A43-FAA7-469D-A6C8-F33F1E87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48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509EB-3B3E-4757-98FB-41E502ED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E3256-73CA-4F79-BE62-95A5C8158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21E97-A188-4073-B261-3FFC2C8D3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27CB0-F104-445D-89D8-CB3B7F22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85966-2C45-48A3-A6DA-1BB275A3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A6FF2-62CC-487B-B304-A5E12D35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52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7967-E0B6-4EFE-8B25-E94288C6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2BFC7-028C-4197-9C94-D17691123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691E0-E2B8-4274-90CF-9150828B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E96D-B2E4-41C6-8219-76F44042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3A3CB-CB57-45C1-B27B-746DCDD8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85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1F504-A699-4DA3-A487-0D2071F5C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71E83-DA71-47F7-839E-4381B4CAB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1F177-A9EF-4F0D-8AF9-E7D70984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A0A8F-A140-401B-BD73-B4300935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1D667-C250-49A0-BDD4-13CE63F7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8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A82B4-6427-DADD-FED6-BA618812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79846-F2B7-0BAD-DE16-B3D92CA14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C8303-B7D0-1250-FD41-C53251E3D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1BDB2-6D66-442E-93F7-30262CDAE4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56DFC-4446-AA1D-8B9C-9C51587E2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3F09-BF00-66BE-D734-63D6F3512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A2CC6-9FBB-4024-A681-07FED39B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6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551D5-1518-4371-998F-3CF9486F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1C122-07CF-4128-AA36-BE288371C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57C77-E9F7-4FA1-9071-743B34FB8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D642F-44A3-433B-A4FA-4E45F6EFD497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5DB20-9C70-4559-AE88-36064A0CF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DD9F8-FC41-4436-8136-5CC35E8C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0E066-258B-4A23-A16E-77217B24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4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slideLayout" Target="../slideLayouts/slideLayout18.xml"/><Relationship Id="rId21" Type="http://schemas.openxmlformats.org/officeDocument/2006/relationships/image" Target="../media/image18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svg"/><Relationship Id="rId2" Type="http://schemas.microsoft.com/office/2007/relationships/media" Target="../media/media1.mp3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audio" Target="NULL" TargetMode="Externa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24" Type="http://schemas.openxmlformats.org/officeDocument/2006/relationships/image" Target="../media/image21.png"/><Relationship Id="rId5" Type="http://schemas.openxmlformats.org/officeDocument/2006/relationships/image" Target="../media/image2.svg"/><Relationship Id="rId15" Type="http://schemas.openxmlformats.org/officeDocument/2006/relationships/image" Target="../media/image12.svg"/><Relationship Id="rId23" Type="http://schemas.openxmlformats.org/officeDocument/2006/relationships/image" Target="../media/image20.sv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5.m4a"/><Relationship Id="rId13" Type="http://schemas.openxmlformats.org/officeDocument/2006/relationships/image" Target="../media/image28.png"/><Relationship Id="rId18" Type="http://schemas.openxmlformats.org/officeDocument/2006/relationships/image" Target="../media/image33.svg"/><Relationship Id="rId3" Type="http://schemas.microsoft.com/office/2007/relationships/media" Target="../media/media3.m4a"/><Relationship Id="rId21" Type="http://schemas.microsoft.com/office/2007/relationships/hdphoto" Target="../media/hdphoto1.wdp"/><Relationship Id="rId7" Type="http://schemas.microsoft.com/office/2007/relationships/media" Target="../media/media5.m4a"/><Relationship Id="rId12" Type="http://schemas.openxmlformats.org/officeDocument/2006/relationships/image" Target="../media/image27.svg"/><Relationship Id="rId17" Type="http://schemas.openxmlformats.org/officeDocument/2006/relationships/image" Target="../media/image32.png"/><Relationship Id="rId2" Type="http://schemas.openxmlformats.org/officeDocument/2006/relationships/audio" Target="../media/media2.mp3"/><Relationship Id="rId16" Type="http://schemas.openxmlformats.org/officeDocument/2006/relationships/image" Target="../media/image31.svg"/><Relationship Id="rId20" Type="http://schemas.openxmlformats.org/officeDocument/2006/relationships/image" Target="../media/image34.png"/><Relationship Id="rId1" Type="http://schemas.microsoft.com/office/2007/relationships/media" Target="../media/media2.mp3"/><Relationship Id="rId6" Type="http://schemas.openxmlformats.org/officeDocument/2006/relationships/audio" Target="../media/media4.m4a"/><Relationship Id="rId11" Type="http://schemas.openxmlformats.org/officeDocument/2006/relationships/image" Target="../media/image26.png"/><Relationship Id="rId5" Type="http://schemas.microsoft.com/office/2007/relationships/media" Target="../media/media4.m4a"/><Relationship Id="rId15" Type="http://schemas.openxmlformats.org/officeDocument/2006/relationships/image" Target="../media/image30.png"/><Relationship Id="rId10" Type="http://schemas.openxmlformats.org/officeDocument/2006/relationships/image" Target="../media/image25.jpeg"/><Relationship Id="rId19" Type="http://schemas.openxmlformats.org/officeDocument/2006/relationships/image" Target="../media/image24.png"/><Relationship Id="rId4" Type="http://schemas.openxmlformats.org/officeDocument/2006/relationships/audio" Target="../media/media3.m4a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29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jpeg"/><Relationship Id="rId18" Type="http://schemas.openxmlformats.org/officeDocument/2006/relationships/image" Target="../media/image39.png"/><Relationship Id="rId26" Type="http://schemas.openxmlformats.org/officeDocument/2006/relationships/image" Target="../media/image45.png"/><Relationship Id="rId39" Type="http://schemas.openxmlformats.org/officeDocument/2006/relationships/image" Target="../media/image56.svg"/><Relationship Id="rId21" Type="http://schemas.openxmlformats.org/officeDocument/2006/relationships/image" Target="../media/image42.svg"/><Relationship Id="rId34" Type="http://schemas.openxmlformats.org/officeDocument/2006/relationships/image" Target="../media/image51.png"/><Relationship Id="rId42" Type="http://schemas.openxmlformats.org/officeDocument/2006/relationships/image" Target="../media/image32.png"/><Relationship Id="rId47" Type="http://schemas.openxmlformats.org/officeDocument/2006/relationships/image" Target="../media/image62.svg"/><Relationship Id="rId50" Type="http://schemas.openxmlformats.org/officeDocument/2006/relationships/image" Target="../media/image65.png"/><Relationship Id="rId55" Type="http://schemas.openxmlformats.org/officeDocument/2006/relationships/image" Target="../media/image34.png"/><Relationship Id="rId63" Type="http://schemas.openxmlformats.org/officeDocument/2006/relationships/audio" Target="../media/audio1.wav"/><Relationship Id="rId7" Type="http://schemas.microsoft.com/office/2007/relationships/media" Target="../media/media6.mp3"/><Relationship Id="rId2" Type="http://schemas.openxmlformats.org/officeDocument/2006/relationships/audio" Target="../media/media3.m4a"/><Relationship Id="rId16" Type="http://schemas.openxmlformats.org/officeDocument/2006/relationships/image" Target="../media/image37.png"/><Relationship Id="rId29" Type="http://schemas.openxmlformats.org/officeDocument/2006/relationships/image" Target="../media/image48.svg"/><Relationship Id="rId11" Type="http://schemas.openxmlformats.org/officeDocument/2006/relationships/slideLayout" Target="../slideLayouts/slideLayout7.xml"/><Relationship Id="rId24" Type="http://schemas.openxmlformats.org/officeDocument/2006/relationships/image" Target="../media/image43.png"/><Relationship Id="rId32" Type="http://schemas.openxmlformats.org/officeDocument/2006/relationships/image" Target="../media/image49.png"/><Relationship Id="rId37" Type="http://schemas.openxmlformats.org/officeDocument/2006/relationships/image" Target="../media/image54.svg"/><Relationship Id="rId40" Type="http://schemas.openxmlformats.org/officeDocument/2006/relationships/image" Target="../media/image57.png"/><Relationship Id="rId45" Type="http://schemas.openxmlformats.org/officeDocument/2006/relationships/image" Target="../media/image60.svg"/><Relationship Id="rId53" Type="http://schemas.openxmlformats.org/officeDocument/2006/relationships/image" Target="../media/image68.svg"/><Relationship Id="rId58" Type="http://schemas.openxmlformats.org/officeDocument/2006/relationships/image" Target="../media/image70.svg"/><Relationship Id="rId5" Type="http://schemas.microsoft.com/office/2007/relationships/media" Target="../media/media5.m4a"/><Relationship Id="rId61" Type="http://schemas.openxmlformats.org/officeDocument/2006/relationships/image" Target="../media/image73.png"/><Relationship Id="rId19" Type="http://schemas.openxmlformats.org/officeDocument/2006/relationships/image" Target="../media/image40.svg"/><Relationship Id="rId14" Type="http://schemas.openxmlformats.org/officeDocument/2006/relationships/image" Target="../media/image35.png"/><Relationship Id="rId22" Type="http://schemas.openxmlformats.org/officeDocument/2006/relationships/image" Target="../media/image28.png"/><Relationship Id="rId27" Type="http://schemas.openxmlformats.org/officeDocument/2006/relationships/image" Target="../media/image46.svg"/><Relationship Id="rId30" Type="http://schemas.openxmlformats.org/officeDocument/2006/relationships/image" Target="../media/image30.png"/><Relationship Id="rId35" Type="http://schemas.openxmlformats.org/officeDocument/2006/relationships/image" Target="../media/image52.svg"/><Relationship Id="rId43" Type="http://schemas.openxmlformats.org/officeDocument/2006/relationships/image" Target="../media/image33.svg"/><Relationship Id="rId48" Type="http://schemas.openxmlformats.org/officeDocument/2006/relationships/image" Target="../media/image63.png"/><Relationship Id="rId56" Type="http://schemas.microsoft.com/office/2007/relationships/hdphoto" Target="../media/hdphoto1.wdp"/><Relationship Id="rId8" Type="http://schemas.openxmlformats.org/officeDocument/2006/relationships/audio" Target="../media/media6.mp3"/><Relationship Id="rId51" Type="http://schemas.openxmlformats.org/officeDocument/2006/relationships/image" Target="../media/image66.svg"/><Relationship Id="rId3" Type="http://schemas.microsoft.com/office/2007/relationships/media" Target="../media/media4.m4a"/><Relationship Id="rId12" Type="http://schemas.openxmlformats.org/officeDocument/2006/relationships/audio" Target="../media/audio1.wav"/><Relationship Id="rId17" Type="http://schemas.openxmlformats.org/officeDocument/2006/relationships/image" Target="../media/image38.svg"/><Relationship Id="rId25" Type="http://schemas.openxmlformats.org/officeDocument/2006/relationships/image" Target="../media/image44.svg"/><Relationship Id="rId33" Type="http://schemas.openxmlformats.org/officeDocument/2006/relationships/image" Target="../media/image50.svg"/><Relationship Id="rId38" Type="http://schemas.openxmlformats.org/officeDocument/2006/relationships/image" Target="../media/image55.png"/><Relationship Id="rId46" Type="http://schemas.openxmlformats.org/officeDocument/2006/relationships/image" Target="../media/image61.png"/><Relationship Id="rId59" Type="http://schemas.openxmlformats.org/officeDocument/2006/relationships/image" Target="../media/image71.png"/><Relationship Id="rId20" Type="http://schemas.openxmlformats.org/officeDocument/2006/relationships/image" Target="../media/image41.png"/><Relationship Id="rId41" Type="http://schemas.openxmlformats.org/officeDocument/2006/relationships/image" Target="../media/image58.svg"/><Relationship Id="rId54" Type="http://schemas.openxmlformats.org/officeDocument/2006/relationships/image" Target="../media/image24.png"/><Relationship Id="rId62" Type="http://schemas.openxmlformats.org/officeDocument/2006/relationships/image" Target="../media/image74.svg"/><Relationship Id="rId1" Type="http://schemas.microsoft.com/office/2007/relationships/media" Target="../media/media3.m4a"/><Relationship Id="rId6" Type="http://schemas.openxmlformats.org/officeDocument/2006/relationships/audio" Target="../media/media5.m4a"/><Relationship Id="rId15" Type="http://schemas.openxmlformats.org/officeDocument/2006/relationships/image" Target="../media/image36.svg"/><Relationship Id="rId23" Type="http://schemas.openxmlformats.org/officeDocument/2006/relationships/image" Target="../media/image29.svg"/><Relationship Id="rId28" Type="http://schemas.openxmlformats.org/officeDocument/2006/relationships/image" Target="../media/image47.png"/><Relationship Id="rId36" Type="http://schemas.openxmlformats.org/officeDocument/2006/relationships/image" Target="../media/image53.png"/><Relationship Id="rId49" Type="http://schemas.openxmlformats.org/officeDocument/2006/relationships/image" Target="../media/image64.svg"/><Relationship Id="rId57" Type="http://schemas.openxmlformats.org/officeDocument/2006/relationships/image" Target="../media/image69.png"/><Relationship Id="rId10" Type="http://schemas.microsoft.com/office/2007/relationships/media" Target="../media/media7.mp3"/><Relationship Id="rId31" Type="http://schemas.openxmlformats.org/officeDocument/2006/relationships/image" Target="../media/image31.svg"/><Relationship Id="rId44" Type="http://schemas.openxmlformats.org/officeDocument/2006/relationships/image" Target="../media/image59.png"/><Relationship Id="rId52" Type="http://schemas.openxmlformats.org/officeDocument/2006/relationships/image" Target="../media/image67.png"/><Relationship Id="rId60" Type="http://schemas.openxmlformats.org/officeDocument/2006/relationships/image" Target="../media/image72.svg"/><Relationship Id="rId4" Type="http://schemas.openxmlformats.org/officeDocument/2006/relationships/audio" Target="../media/media4.m4a"/><Relationship Id="rId9" Type="http://schemas.openxmlformats.org/officeDocument/2006/relationships/audio" Target="NUL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21" Type="http://schemas.openxmlformats.org/officeDocument/2006/relationships/image" Target="../media/image23.pn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20.sv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8.svg"/><Relationship Id="rId10" Type="http://schemas.openxmlformats.org/officeDocument/2006/relationships/image" Target="../media/image9.png"/><Relationship Id="rId19" Type="http://schemas.openxmlformats.org/officeDocument/2006/relationships/image" Target="../media/image22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7.png"/><Relationship Id="rId22" Type="http://schemas.openxmlformats.org/officeDocument/2006/relationships/image" Target="../media/image7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07767" y="-2517"/>
            <a:ext cx="6597891" cy="6854951"/>
          </a:xfrm>
          <a:custGeom>
            <a:avLst/>
            <a:gdLst/>
            <a:ahLst/>
            <a:cxnLst/>
            <a:rect l="l" t="t" r="r" b="b"/>
            <a:pathLst>
              <a:path w="8481061" h="8811492">
                <a:moveTo>
                  <a:pt x="0" y="0"/>
                </a:moveTo>
                <a:lnTo>
                  <a:pt x="8481062" y="0"/>
                </a:lnTo>
                <a:lnTo>
                  <a:pt x="8481062" y="8811492"/>
                </a:lnTo>
                <a:lnTo>
                  <a:pt x="0" y="8811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94050" y="5245968"/>
            <a:ext cx="1619454" cy="1406900"/>
          </a:xfrm>
          <a:custGeom>
            <a:avLst/>
            <a:gdLst/>
            <a:ahLst/>
            <a:cxnLst/>
            <a:rect l="l" t="t" r="r" b="b"/>
            <a:pathLst>
              <a:path w="2081678" h="1808458">
                <a:moveTo>
                  <a:pt x="0" y="0"/>
                </a:moveTo>
                <a:lnTo>
                  <a:pt x="2081678" y="0"/>
                </a:lnTo>
                <a:lnTo>
                  <a:pt x="2081678" y="1808458"/>
                </a:lnTo>
                <a:lnTo>
                  <a:pt x="0" y="1808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70294" y="2825445"/>
            <a:ext cx="634487" cy="603556"/>
          </a:xfrm>
          <a:custGeom>
            <a:avLst/>
            <a:gdLst/>
            <a:ahLst/>
            <a:cxnLst/>
            <a:rect l="l" t="t" r="r" b="b"/>
            <a:pathLst>
              <a:path w="815582" h="775822">
                <a:moveTo>
                  <a:pt x="0" y="0"/>
                </a:moveTo>
                <a:lnTo>
                  <a:pt x="815582" y="0"/>
                </a:lnTo>
                <a:lnTo>
                  <a:pt x="815582" y="775822"/>
                </a:lnTo>
                <a:lnTo>
                  <a:pt x="0" y="775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87725" y="5373836"/>
            <a:ext cx="837899" cy="793911"/>
          </a:xfrm>
          <a:custGeom>
            <a:avLst/>
            <a:gdLst/>
            <a:ahLst/>
            <a:cxnLst/>
            <a:rect l="l" t="t" r="r" b="b"/>
            <a:pathLst>
              <a:path w="1077053" h="1020508">
                <a:moveTo>
                  <a:pt x="0" y="0"/>
                </a:moveTo>
                <a:lnTo>
                  <a:pt x="1077053" y="0"/>
                </a:lnTo>
                <a:lnTo>
                  <a:pt x="1077053" y="1020508"/>
                </a:lnTo>
                <a:lnTo>
                  <a:pt x="0" y="10205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781932" y="5315125"/>
            <a:ext cx="1277337" cy="852623"/>
          </a:xfrm>
          <a:custGeom>
            <a:avLst/>
            <a:gdLst/>
            <a:ahLst/>
            <a:cxnLst/>
            <a:rect l="l" t="t" r="r" b="b"/>
            <a:pathLst>
              <a:path w="1641915" h="1095978">
                <a:moveTo>
                  <a:pt x="0" y="0"/>
                </a:moveTo>
                <a:lnTo>
                  <a:pt x="1641916" y="0"/>
                </a:lnTo>
                <a:lnTo>
                  <a:pt x="1641916" y="1095978"/>
                </a:lnTo>
                <a:lnTo>
                  <a:pt x="0" y="10959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9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498993" y="5245969"/>
            <a:ext cx="988545" cy="1475441"/>
          </a:xfrm>
          <a:custGeom>
            <a:avLst/>
            <a:gdLst/>
            <a:ahLst/>
            <a:cxnLst/>
            <a:rect l="l" t="t" r="r" b="b"/>
            <a:pathLst>
              <a:path w="1270696" h="1896561">
                <a:moveTo>
                  <a:pt x="0" y="0"/>
                </a:moveTo>
                <a:lnTo>
                  <a:pt x="1270696" y="0"/>
                </a:lnTo>
                <a:lnTo>
                  <a:pt x="1270696" y="1896560"/>
                </a:lnTo>
                <a:lnTo>
                  <a:pt x="0" y="18965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9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87220" y="3940596"/>
            <a:ext cx="634487" cy="603556"/>
          </a:xfrm>
          <a:custGeom>
            <a:avLst/>
            <a:gdLst/>
            <a:ahLst/>
            <a:cxnLst/>
            <a:rect l="l" t="t" r="r" b="b"/>
            <a:pathLst>
              <a:path w="815582" h="775822">
                <a:moveTo>
                  <a:pt x="0" y="0"/>
                </a:moveTo>
                <a:lnTo>
                  <a:pt x="815582" y="0"/>
                </a:lnTo>
                <a:lnTo>
                  <a:pt x="815582" y="775822"/>
                </a:lnTo>
                <a:lnTo>
                  <a:pt x="0" y="775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520446" y="-1114698"/>
            <a:ext cx="3299695" cy="2738747"/>
          </a:xfrm>
          <a:custGeom>
            <a:avLst/>
            <a:gdLst/>
            <a:ahLst/>
            <a:cxnLst/>
            <a:rect l="l" t="t" r="r" b="b"/>
            <a:pathLst>
              <a:path w="4241494" h="3520440">
                <a:moveTo>
                  <a:pt x="0" y="0"/>
                </a:moveTo>
                <a:lnTo>
                  <a:pt x="4241494" y="0"/>
                </a:lnTo>
                <a:lnTo>
                  <a:pt x="4241494" y="3520440"/>
                </a:lnTo>
                <a:lnTo>
                  <a:pt x="0" y="35204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9999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147675" y="-1363807"/>
            <a:ext cx="3299695" cy="2738747"/>
          </a:xfrm>
          <a:custGeom>
            <a:avLst/>
            <a:gdLst/>
            <a:ahLst/>
            <a:cxnLst/>
            <a:rect l="l" t="t" r="r" b="b"/>
            <a:pathLst>
              <a:path w="4241494" h="3520440">
                <a:moveTo>
                  <a:pt x="0" y="0"/>
                </a:moveTo>
                <a:lnTo>
                  <a:pt x="4241494" y="0"/>
                </a:lnTo>
                <a:lnTo>
                  <a:pt x="4241494" y="3520440"/>
                </a:lnTo>
                <a:lnTo>
                  <a:pt x="0" y="35204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9999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44645" y="4942957"/>
            <a:ext cx="1745952" cy="2738747"/>
          </a:xfrm>
          <a:custGeom>
            <a:avLst/>
            <a:gdLst/>
            <a:ahLst/>
            <a:cxnLst/>
            <a:rect l="l" t="t" r="r" b="b"/>
            <a:pathLst>
              <a:path w="2244281" h="3520440">
                <a:moveTo>
                  <a:pt x="0" y="0"/>
                </a:moveTo>
                <a:lnTo>
                  <a:pt x="2244280" y="0"/>
                </a:lnTo>
                <a:lnTo>
                  <a:pt x="2244280" y="3520440"/>
                </a:lnTo>
                <a:lnTo>
                  <a:pt x="0" y="352044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9999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607767" y="254675"/>
            <a:ext cx="734439" cy="791447"/>
          </a:xfrm>
          <a:custGeom>
            <a:avLst/>
            <a:gdLst/>
            <a:ahLst/>
            <a:cxnLst/>
            <a:rect l="l" t="t" r="r" b="b"/>
            <a:pathLst>
              <a:path w="944063" h="1017341">
                <a:moveTo>
                  <a:pt x="0" y="0"/>
                </a:moveTo>
                <a:lnTo>
                  <a:pt x="944064" y="0"/>
                </a:lnTo>
                <a:lnTo>
                  <a:pt x="944064" y="1017341"/>
                </a:lnTo>
                <a:lnTo>
                  <a:pt x="0" y="10173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19999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90472" y="521457"/>
            <a:ext cx="1303519" cy="1049332"/>
          </a:xfrm>
          <a:custGeom>
            <a:avLst/>
            <a:gdLst/>
            <a:ahLst/>
            <a:cxnLst/>
            <a:rect l="l" t="t" r="r" b="b"/>
            <a:pathLst>
              <a:path w="1675569" h="1348833">
                <a:moveTo>
                  <a:pt x="0" y="0"/>
                </a:moveTo>
                <a:lnTo>
                  <a:pt x="1675569" y="0"/>
                </a:lnTo>
                <a:lnTo>
                  <a:pt x="1675569" y="1348832"/>
                </a:lnTo>
                <a:lnTo>
                  <a:pt x="0" y="134883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9999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074184" y="165588"/>
            <a:ext cx="1303519" cy="1049332"/>
          </a:xfrm>
          <a:custGeom>
            <a:avLst/>
            <a:gdLst/>
            <a:ahLst/>
            <a:cxnLst/>
            <a:rect l="l" t="t" r="r" b="b"/>
            <a:pathLst>
              <a:path w="1675569" h="1348833">
                <a:moveTo>
                  <a:pt x="0" y="0"/>
                </a:moveTo>
                <a:lnTo>
                  <a:pt x="1675568" y="0"/>
                </a:lnTo>
                <a:lnTo>
                  <a:pt x="1675568" y="1348832"/>
                </a:lnTo>
                <a:lnTo>
                  <a:pt x="0" y="134883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9999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91305" y="2333746"/>
            <a:ext cx="1026316" cy="983397"/>
          </a:xfrm>
          <a:custGeom>
            <a:avLst/>
            <a:gdLst/>
            <a:ahLst/>
            <a:cxnLst/>
            <a:rect l="l" t="t" r="r" b="b"/>
            <a:pathLst>
              <a:path w="1319246" h="1264078">
                <a:moveTo>
                  <a:pt x="0" y="0"/>
                </a:moveTo>
                <a:lnTo>
                  <a:pt x="1319246" y="0"/>
                </a:lnTo>
                <a:lnTo>
                  <a:pt x="1319246" y="1264077"/>
                </a:lnTo>
                <a:lnTo>
                  <a:pt x="0" y="126407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19999"/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990124" y="5567"/>
            <a:ext cx="6597891" cy="6854951"/>
          </a:xfrm>
          <a:custGeom>
            <a:avLst/>
            <a:gdLst/>
            <a:ahLst/>
            <a:cxnLst/>
            <a:rect l="l" t="t" r="r" b="b"/>
            <a:pathLst>
              <a:path w="8481061" h="8811492">
                <a:moveTo>
                  <a:pt x="0" y="0"/>
                </a:moveTo>
                <a:lnTo>
                  <a:pt x="8481061" y="0"/>
                </a:lnTo>
                <a:lnTo>
                  <a:pt x="8481061" y="8811492"/>
                </a:lnTo>
                <a:lnTo>
                  <a:pt x="0" y="8811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9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 rot="-422451">
            <a:off x="990588" y="3293462"/>
            <a:ext cx="5083379" cy="9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711353" rtl="0" eaLnBrk="1" fontAlgn="auto" latinLnBrk="0" hangingPunct="1">
              <a:lnSpc>
                <a:spcPts val="931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 rot="-422451">
            <a:off x="3371685" y="1289856"/>
            <a:ext cx="5083379" cy="9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711353" rtl="0" eaLnBrk="1" fontAlgn="auto" latinLnBrk="0" hangingPunct="1">
              <a:lnSpc>
                <a:spcPts val="931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6F0C0EF-DCEC-475A-8A4E-96E30ECFAF9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480" y="690253"/>
            <a:ext cx="5688866" cy="5688866"/>
          </a:xfrm>
          <a:prstGeom prst="rect">
            <a:avLst/>
          </a:prstGeom>
        </p:spPr>
      </p:pic>
      <p:pic>
        <p:nvPicPr>
          <p:cNvPr id="22" name="happy-logoversion-3-13398">
            <a:hlinkClick r:id="" action="ppaction://media"/>
            <a:extLst>
              <a:ext uri="{FF2B5EF4-FFF2-40B4-BE49-F238E27FC236}">
                <a16:creationId xmlns:a16="http://schemas.microsoft.com/office/drawing/2014/main" id="{9627F351-AB11-434D-8357-6ACEA987212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52" end="1336.375"/>
                </p14:media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-1577025" y="1439162"/>
            <a:ext cx="316675" cy="316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8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7E05C-31F7-4E71-7B51-6898FFCB6F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B6A3393-7E3E-3B61-0E8F-1BC1894DD40A}"/>
              </a:ext>
            </a:extLst>
          </p:cNvPr>
          <p:cNvSpPr/>
          <p:nvPr/>
        </p:nvSpPr>
        <p:spPr>
          <a:xfrm>
            <a:off x="8066315" y="195939"/>
            <a:ext cx="2960914" cy="3037116"/>
          </a:xfrm>
          <a:prstGeom prst="ellipse">
            <a:avLst/>
          </a:prstGeom>
          <a:solidFill>
            <a:srgbClr val="FBF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A263A5-4E98-731E-A8AD-51C9A698093D}"/>
              </a:ext>
            </a:extLst>
          </p:cNvPr>
          <p:cNvSpPr/>
          <p:nvPr/>
        </p:nvSpPr>
        <p:spPr>
          <a:xfrm>
            <a:off x="1524000" y="3233055"/>
            <a:ext cx="2960914" cy="3037116"/>
          </a:xfrm>
          <a:prstGeom prst="ellipse">
            <a:avLst/>
          </a:prstGeom>
          <a:solidFill>
            <a:srgbClr val="FBF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26923E0-344F-530C-9771-D729342BD4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92280" y="596928"/>
            <a:ext cx="3863270" cy="216533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FA5351B-DF9C-419D-F1A2-310F4ECF3A9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22892" y="3442400"/>
            <a:ext cx="1059699" cy="79477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5E63ABD-61B2-C074-5538-DF60A030A4E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17303" y="4652266"/>
            <a:ext cx="562965" cy="89412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C931C64-66E1-F3EC-F437-D1FDCAD5657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85204" y="4751613"/>
            <a:ext cx="794774" cy="794774"/>
          </a:xfrm>
          <a:prstGeom prst="rect">
            <a:avLst/>
          </a:prstGeom>
        </p:spPr>
      </p:pic>
      <p:pic>
        <p:nvPicPr>
          <p:cNvPr id="13" name="countdown-beeps-remixed-101153">
            <a:hlinkClick r:id="" action="ppaction://media"/>
            <a:extLst>
              <a:ext uri="{FF2B5EF4-FFF2-40B4-BE49-F238E27FC236}">
                <a16:creationId xmlns:a16="http://schemas.microsoft.com/office/drawing/2014/main" id="{5E13B0B3-6925-7747-0974-23D0DBAF7F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495661" y="-4964298"/>
            <a:ext cx="406400" cy="406400"/>
          </a:xfrm>
          <a:prstGeom prst="rect">
            <a:avLst/>
          </a:prstGeom>
        </p:spPr>
      </p:pic>
      <p:pic>
        <p:nvPicPr>
          <p:cNvPr id="2" name="!">
            <a:hlinkClick r:id="" action="ppaction://media"/>
            <a:extLst>
              <a:ext uri="{FF2B5EF4-FFF2-40B4-BE49-F238E27FC236}">
                <a16:creationId xmlns:a16="http://schemas.microsoft.com/office/drawing/2014/main" id="{276332D0-AEAF-A69D-BAB3-34C8CFF2020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7153971" y="19446205"/>
            <a:ext cx="406400" cy="406400"/>
          </a:xfrm>
          <a:prstGeom prst="rect">
            <a:avLst/>
          </a:prstGeom>
        </p:spPr>
      </p:pic>
      <p:pic>
        <p:nvPicPr>
          <p:cNvPr id="6" name="صوت حرف الذال">
            <a:hlinkClick r:id="" action="ppaction://media"/>
            <a:extLst>
              <a:ext uri="{FF2B5EF4-FFF2-40B4-BE49-F238E27FC236}">
                <a16:creationId xmlns:a16="http://schemas.microsoft.com/office/drawing/2014/main" id="{E06F43A9-042A-5DE5-D93A-A6AA8972484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724261" y="19446205"/>
            <a:ext cx="406400" cy="406400"/>
          </a:xfrm>
          <a:prstGeom prst="rect">
            <a:avLst/>
          </a:prstGeom>
        </p:spPr>
      </p:pic>
      <p:pic>
        <p:nvPicPr>
          <p:cNvPr id="11" name="صوت حرف الظاء">
            <a:hlinkClick r:id="" action="ppaction://media"/>
            <a:extLst>
              <a:ext uri="{FF2B5EF4-FFF2-40B4-BE49-F238E27FC236}">
                <a16:creationId xmlns:a16="http://schemas.microsoft.com/office/drawing/2014/main" id="{BD4CD49E-3A7C-516C-505C-F1A14BAB9CF0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1149" y="19446205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0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373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8" dur="202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10000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26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146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5714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8B8A-7426-8CC4-1754-C93E7F22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AB601-3D19-876D-845F-65775678A28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E2B02C1-5D2C-1D77-48BA-893250D968D4}"/>
              </a:ext>
            </a:extLst>
          </p:cNvPr>
          <p:cNvSpPr/>
          <p:nvPr/>
        </p:nvSpPr>
        <p:spPr>
          <a:xfrm>
            <a:off x="8194135" y="3233055"/>
            <a:ext cx="2960914" cy="3037116"/>
          </a:xfrm>
          <a:prstGeom prst="ellipse">
            <a:avLst/>
          </a:prstGeom>
          <a:solidFill>
            <a:srgbClr val="FBF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4D6780-DFF4-D957-1574-8FB9BF2DC251}"/>
              </a:ext>
            </a:extLst>
          </p:cNvPr>
          <p:cNvSpPr/>
          <p:nvPr/>
        </p:nvSpPr>
        <p:spPr>
          <a:xfrm>
            <a:off x="1248697" y="3233055"/>
            <a:ext cx="2960914" cy="3037116"/>
          </a:xfrm>
          <a:prstGeom prst="ellipse">
            <a:avLst/>
          </a:prstGeom>
          <a:solidFill>
            <a:srgbClr val="FBF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D869821-8A5F-EF4F-F9AD-7CE747AB3F76}"/>
              </a:ext>
            </a:extLst>
          </p:cNvPr>
          <p:cNvSpPr/>
          <p:nvPr/>
        </p:nvSpPr>
        <p:spPr>
          <a:xfrm>
            <a:off x="4721416" y="3233055"/>
            <a:ext cx="2960914" cy="3037116"/>
          </a:xfrm>
          <a:prstGeom prst="ellipse">
            <a:avLst/>
          </a:prstGeom>
          <a:solidFill>
            <a:srgbClr val="FBF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A8AE53-F45A-6851-D106-004277B328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799778" y="3871245"/>
            <a:ext cx="1749627" cy="17607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08F717C-180D-E910-576C-D1FE6A2E4C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74293" y="3798901"/>
            <a:ext cx="1855160" cy="207178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D674FCE-A33B-7D46-3A63-986FD428C2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854340" y="3954424"/>
            <a:ext cx="1749627" cy="1760736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6A68CF-F9F5-6FBF-D485-B4DA8304250E}"/>
              </a:ext>
            </a:extLst>
          </p:cNvPr>
          <p:cNvSpPr/>
          <p:nvPr/>
        </p:nvSpPr>
        <p:spPr>
          <a:xfrm>
            <a:off x="1964170" y="516657"/>
            <a:ext cx="8475406" cy="1975433"/>
          </a:xfrm>
          <a:prstGeom prst="roundRect">
            <a:avLst/>
          </a:prstGeom>
          <a:solidFill>
            <a:srgbClr val="FBF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ب">
            <a:extLst>
              <a:ext uri="{FF2B5EF4-FFF2-40B4-BE49-F238E27FC236}">
                <a16:creationId xmlns:a16="http://schemas.microsoft.com/office/drawing/2014/main" id="{992E5F05-9CDE-673F-9C99-F504DFBB5AD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79271" y="1821024"/>
            <a:ext cx="547513" cy="376416"/>
          </a:xfrm>
          <a:prstGeom prst="rect">
            <a:avLst/>
          </a:prstGeom>
        </p:spPr>
      </p:pic>
      <p:pic>
        <p:nvPicPr>
          <p:cNvPr id="17" name="ت">
            <a:extLst>
              <a:ext uri="{FF2B5EF4-FFF2-40B4-BE49-F238E27FC236}">
                <a16:creationId xmlns:a16="http://schemas.microsoft.com/office/drawing/2014/main" id="{6D0619E5-C605-346C-145A-32C73E15B8B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86153" y="818637"/>
            <a:ext cx="564622" cy="32508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07A78D7-4F11-0CE5-7AA2-708BD2C93DD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75115" y="1785424"/>
            <a:ext cx="547513" cy="410635"/>
          </a:xfrm>
          <a:prstGeom prst="rect">
            <a:avLst/>
          </a:prstGeom>
        </p:spPr>
      </p:pic>
      <p:pic>
        <p:nvPicPr>
          <p:cNvPr id="19" name="ج">
            <a:extLst>
              <a:ext uri="{FF2B5EF4-FFF2-40B4-BE49-F238E27FC236}">
                <a16:creationId xmlns:a16="http://schemas.microsoft.com/office/drawing/2014/main" id="{26F7A2C2-DA17-371F-32DB-78459501EE4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74915" y="818636"/>
            <a:ext cx="410635" cy="513294"/>
          </a:xfrm>
          <a:prstGeom prst="rect">
            <a:avLst/>
          </a:prstGeom>
        </p:spPr>
      </p:pic>
      <p:pic>
        <p:nvPicPr>
          <p:cNvPr id="20" name="ح">
            <a:extLst>
              <a:ext uri="{FF2B5EF4-FFF2-40B4-BE49-F238E27FC236}">
                <a16:creationId xmlns:a16="http://schemas.microsoft.com/office/drawing/2014/main" id="{80D88A5C-F8B1-135F-676C-17982C52A44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149415" y="1785424"/>
            <a:ext cx="410635" cy="513294"/>
          </a:xfrm>
          <a:prstGeom prst="rect">
            <a:avLst/>
          </a:prstGeom>
        </p:spPr>
      </p:pic>
      <p:pic>
        <p:nvPicPr>
          <p:cNvPr id="21" name="د">
            <a:extLst>
              <a:ext uri="{FF2B5EF4-FFF2-40B4-BE49-F238E27FC236}">
                <a16:creationId xmlns:a16="http://schemas.microsoft.com/office/drawing/2014/main" id="{AB36533F-85D4-86B3-8C88-C58069084C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842979" y="843351"/>
            <a:ext cx="290866" cy="342196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36C61F7-A6EF-57FC-8F46-91EADD58163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289116" y="999611"/>
            <a:ext cx="290866" cy="461963"/>
          </a:xfrm>
          <a:prstGeom prst="rect">
            <a:avLst/>
          </a:prstGeom>
        </p:spPr>
      </p:pic>
      <p:pic>
        <p:nvPicPr>
          <p:cNvPr id="23" name="س">
            <a:extLst>
              <a:ext uri="{FF2B5EF4-FFF2-40B4-BE49-F238E27FC236}">
                <a16:creationId xmlns:a16="http://schemas.microsoft.com/office/drawing/2014/main" id="{F2306834-BAE7-A94B-AC4B-9235D21D671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493296" y="800290"/>
            <a:ext cx="650172" cy="376416"/>
          </a:xfrm>
          <a:prstGeom prst="rect">
            <a:avLst/>
          </a:prstGeom>
        </p:spPr>
      </p:pic>
      <p:pic>
        <p:nvPicPr>
          <p:cNvPr id="24" name="ش">
            <a:extLst>
              <a:ext uri="{FF2B5EF4-FFF2-40B4-BE49-F238E27FC236}">
                <a16:creationId xmlns:a16="http://schemas.microsoft.com/office/drawing/2014/main" id="{B1BCD45D-B102-A35B-37A9-35FF9C36E47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59528" y="1631437"/>
            <a:ext cx="615952" cy="564622"/>
          </a:xfrm>
          <a:prstGeom prst="rect">
            <a:avLst/>
          </a:prstGeom>
        </p:spPr>
      </p:pic>
      <p:pic>
        <p:nvPicPr>
          <p:cNvPr id="25" name="ص">
            <a:extLst>
              <a:ext uri="{FF2B5EF4-FFF2-40B4-BE49-F238E27FC236}">
                <a16:creationId xmlns:a16="http://schemas.microsoft.com/office/drawing/2014/main" id="{585C5E17-9841-9D51-0525-088CA6A760B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186427" y="874198"/>
            <a:ext cx="633062" cy="410635"/>
          </a:xfrm>
          <a:prstGeom prst="rect">
            <a:avLst/>
          </a:prstGeom>
        </p:spPr>
      </p:pic>
      <p:pic>
        <p:nvPicPr>
          <p:cNvPr id="26" name="ض">
            <a:extLst>
              <a:ext uri="{FF2B5EF4-FFF2-40B4-BE49-F238E27FC236}">
                <a16:creationId xmlns:a16="http://schemas.microsoft.com/office/drawing/2014/main" id="{AB13D724-7842-9493-9442-618D726E0FC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74828" y="974211"/>
            <a:ext cx="581732" cy="461963"/>
          </a:xfrm>
          <a:prstGeom prst="rect">
            <a:avLst/>
          </a:prstGeom>
        </p:spPr>
      </p:pic>
      <p:pic>
        <p:nvPicPr>
          <p:cNvPr id="27" name="ط">
            <a:extLst>
              <a:ext uri="{FF2B5EF4-FFF2-40B4-BE49-F238E27FC236}">
                <a16:creationId xmlns:a16="http://schemas.microsoft.com/office/drawing/2014/main" id="{5E9E4659-DF2D-308F-8887-B9287C30B9E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723715" y="1399661"/>
            <a:ext cx="410635" cy="41063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5C809B2-80AE-B439-8F1B-A27A9FE723D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099930" y="1575192"/>
            <a:ext cx="410635" cy="410635"/>
          </a:xfrm>
          <a:prstGeom prst="rect">
            <a:avLst/>
          </a:prstGeom>
        </p:spPr>
      </p:pic>
      <p:pic>
        <p:nvPicPr>
          <p:cNvPr id="29" name="ف">
            <a:extLst>
              <a:ext uri="{FF2B5EF4-FFF2-40B4-BE49-F238E27FC236}">
                <a16:creationId xmlns:a16="http://schemas.microsoft.com/office/drawing/2014/main" id="{F0E507E4-50B8-6F78-4AA3-F834B6C87D0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326359" y="694812"/>
            <a:ext cx="530403" cy="444854"/>
          </a:xfrm>
          <a:prstGeom prst="rect">
            <a:avLst/>
          </a:prstGeom>
        </p:spPr>
      </p:pic>
      <p:pic>
        <p:nvPicPr>
          <p:cNvPr id="30" name="و">
            <a:extLst>
              <a:ext uri="{FF2B5EF4-FFF2-40B4-BE49-F238E27FC236}">
                <a16:creationId xmlns:a16="http://schemas.microsoft.com/office/drawing/2014/main" id="{C5719E0B-8B73-90CF-DA48-09684F94E48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832540" y="1518724"/>
            <a:ext cx="307976" cy="393525"/>
          </a:xfrm>
          <a:prstGeom prst="rect">
            <a:avLst/>
          </a:prstGeom>
        </p:spPr>
      </p:pic>
      <p:pic>
        <p:nvPicPr>
          <p:cNvPr id="31" name="ء">
            <a:extLst>
              <a:ext uri="{FF2B5EF4-FFF2-40B4-BE49-F238E27FC236}">
                <a16:creationId xmlns:a16="http://schemas.microsoft.com/office/drawing/2014/main" id="{914C1091-F524-C26A-EF2A-492F1BE00133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162634" y="988498"/>
            <a:ext cx="205317" cy="273756"/>
          </a:xfrm>
          <a:prstGeom prst="rect">
            <a:avLst/>
          </a:prstGeom>
        </p:spPr>
      </p:pic>
      <p:pic>
        <p:nvPicPr>
          <p:cNvPr id="32" name="ي">
            <a:extLst>
              <a:ext uri="{FF2B5EF4-FFF2-40B4-BE49-F238E27FC236}">
                <a16:creationId xmlns:a16="http://schemas.microsoft.com/office/drawing/2014/main" id="{0C17E117-E585-41CA-4854-0D18D217EDB5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941702" y="1285591"/>
            <a:ext cx="427745" cy="513294"/>
          </a:xfrm>
          <a:prstGeom prst="rect">
            <a:avLst/>
          </a:prstGeom>
        </p:spPr>
      </p:pic>
      <p:pic>
        <p:nvPicPr>
          <p:cNvPr id="33" name="هـ">
            <a:extLst>
              <a:ext uri="{FF2B5EF4-FFF2-40B4-BE49-F238E27FC236}">
                <a16:creationId xmlns:a16="http://schemas.microsoft.com/office/drawing/2014/main" id="{60724129-6337-A3B1-9C02-4C7C2AC34CEE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360490" y="1450973"/>
            <a:ext cx="427745" cy="366638"/>
          </a:xfrm>
          <a:prstGeom prst="rect">
            <a:avLst/>
          </a:prstGeom>
        </p:spPr>
      </p:pic>
      <p:pic>
        <p:nvPicPr>
          <p:cNvPr id="7" name="!">
            <a:hlinkClick r:id="" action="ppaction://media"/>
            <a:extLst>
              <a:ext uri="{FF2B5EF4-FFF2-40B4-BE49-F238E27FC236}">
                <a16:creationId xmlns:a16="http://schemas.microsoft.com/office/drawing/2014/main" id="{54E48F69-1F75-6DCA-F07F-316CD6472E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7369447" y="25135805"/>
            <a:ext cx="406400" cy="406400"/>
          </a:xfrm>
          <a:prstGeom prst="rect">
            <a:avLst/>
          </a:prstGeom>
        </p:spPr>
      </p:pic>
      <p:pic>
        <p:nvPicPr>
          <p:cNvPr id="9" name="صوت حرف الذال">
            <a:hlinkClick r:id="" action="ppaction://media"/>
            <a:extLst>
              <a:ext uri="{FF2B5EF4-FFF2-40B4-BE49-F238E27FC236}">
                <a16:creationId xmlns:a16="http://schemas.microsoft.com/office/drawing/2014/main" id="{F90836D6-155F-9C6C-CD86-80A65C8E859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3866213" y="21922705"/>
            <a:ext cx="406400" cy="406400"/>
          </a:xfrm>
          <a:prstGeom prst="rect">
            <a:avLst/>
          </a:prstGeom>
        </p:spPr>
      </p:pic>
      <p:pic>
        <p:nvPicPr>
          <p:cNvPr id="10" name="صوت حرف الظاء">
            <a:hlinkClick r:id="" action="ppaction://media"/>
            <a:extLst>
              <a:ext uri="{FF2B5EF4-FFF2-40B4-BE49-F238E27FC236}">
                <a16:creationId xmlns:a16="http://schemas.microsoft.com/office/drawing/2014/main" id="{F30D098E-1265-4F8B-66A6-1A7B42BBF1D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83101" y="21922705"/>
            <a:ext cx="406400" cy="406400"/>
          </a:xfrm>
          <a:prstGeom prst="rect">
            <a:avLst/>
          </a:prstGeom>
        </p:spPr>
      </p:pic>
      <p:pic>
        <p:nvPicPr>
          <p:cNvPr id="13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73F4E83C-A836-10B3-BCC6-1D04E03932A4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1606323" y="20999075"/>
            <a:ext cx="665718" cy="665718"/>
          </a:xfrm>
          <a:prstGeom prst="rect">
            <a:avLst/>
          </a:prstGeom>
        </p:spPr>
      </p:pic>
      <p:pic>
        <p:nvPicPr>
          <p:cNvPr id="14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8020CD3A-E678-6411-2D35-8F78E7B6789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1758723" y="21151475"/>
            <a:ext cx="665718" cy="665718"/>
          </a:xfrm>
          <a:prstGeom prst="rect">
            <a:avLst/>
          </a:prstGeom>
        </p:spPr>
      </p:pic>
      <p:pic>
        <p:nvPicPr>
          <p:cNvPr id="34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AA185477-E7C1-B2E6-C703-934BE1C267D7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1911123" y="21303875"/>
            <a:ext cx="665718" cy="665718"/>
          </a:xfrm>
          <a:prstGeom prst="rect">
            <a:avLst/>
          </a:prstGeom>
        </p:spPr>
      </p:pic>
      <p:pic>
        <p:nvPicPr>
          <p:cNvPr id="35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5AA2AEAB-2C68-BFA5-7C7E-ED7E79B714A6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2063523" y="21456275"/>
            <a:ext cx="665718" cy="665718"/>
          </a:xfrm>
          <a:prstGeom prst="rect">
            <a:avLst/>
          </a:prstGeom>
        </p:spPr>
      </p:pic>
      <p:pic>
        <p:nvPicPr>
          <p:cNvPr id="36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BB835C21-576A-EE43-E96F-3B47E2AD140C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2215923" y="21608675"/>
            <a:ext cx="665718" cy="665718"/>
          </a:xfrm>
          <a:prstGeom prst="rect">
            <a:avLst/>
          </a:prstGeom>
        </p:spPr>
      </p:pic>
      <p:pic>
        <p:nvPicPr>
          <p:cNvPr id="37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75436BBE-D97D-18CD-223F-D6CA415A0BC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2368323" y="21761075"/>
            <a:ext cx="665718" cy="665718"/>
          </a:xfrm>
          <a:prstGeom prst="rect">
            <a:avLst/>
          </a:prstGeom>
        </p:spPr>
      </p:pic>
      <p:pic>
        <p:nvPicPr>
          <p:cNvPr id="38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429A2BB9-8361-911D-5FDB-BD525C5F352C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2520723" y="21913475"/>
            <a:ext cx="665718" cy="665718"/>
          </a:xfrm>
          <a:prstGeom prst="rect">
            <a:avLst/>
          </a:prstGeom>
        </p:spPr>
      </p:pic>
      <p:pic>
        <p:nvPicPr>
          <p:cNvPr id="39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28A1E219-64DA-83D2-778D-021EF8184D66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2673123" y="22065875"/>
            <a:ext cx="665718" cy="665718"/>
          </a:xfrm>
          <a:prstGeom prst="rect">
            <a:avLst/>
          </a:prstGeom>
        </p:spPr>
      </p:pic>
      <p:pic>
        <p:nvPicPr>
          <p:cNvPr id="40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3590FF03-CC55-4C12-7744-E05C3CEE6B79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2825523" y="22218275"/>
            <a:ext cx="665718" cy="665718"/>
          </a:xfrm>
          <a:prstGeom prst="rect">
            <a:avLst/>
          </a:prstGeom>
        </p:spPr>
      </p:pic>
      <p:pic>
        <p:nvPicPr>
          <p:cNvPr id="41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62129F66-92D4-B3B7-302C-C280A087E284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2977923" y="22370675"/>
            <a:ext cx="665718" cy="665718"/>
          </a:xfrm>
          <a:prstGeom prst="rect">
            <a:avLst/>
          </a:prstGeom>
        </p:spPr>
      </p:pic>
      <p:pic>
        <p:nvPicPr>
          <p:cNvPr id="42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B38DC907-DDB8-4A80-2499-640029D493B9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3130323" y="22523075"/>
            <a:ext cx="665718" cy="665718"/>
          </a:xfrm>
          <a:prstGeom prst="rect">
            <a:avLst/>
          </a:prstGeom>
        </p:spPr>
      </p:pic>
      <p:pic>
        <p:nvPicPr>
          <p:cNvPr id="43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96541134-C405-46E4-1D18-99CB9773E8A6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3282723" y="22675475"/>
            <a:ext cx="665718" cy="665718"/>
          </a:xfrm>
          <a:prstGeom prst="rect">
            <a:avLst/>
          </a:prstGeom>
        </p:spPr>
      </p:pic>
      <p:pic>
        <p:nvPicPr>
          <p:cNvPr id="44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2CF70BF4-5C67-6D76-C55F-433E85CB2732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3435123" y="22827875"/>
            <a:ext cx="665718" cy="665718"/>
          </a:xfrm>
          <a:prstGeom prst="rect">
            <a:avLst/>
          </a:prstGeom>
        </p:spPr>
      </p:pic>
      <p:pic>
        <p:nvPicPr>
          <p:cNvPr id="45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FC09C8C6-9109-D861-239C-1585A4859891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3587523" y="22980275"/>
            <a:ext cx="665718" cy="665718"/>
          </a:xfrm>
          <a:prstGeom prst="rect">
            <a:avLst/>
          </a:prstGeom>
        </p:spPr>
      </p:pic>
      <p:pic>
        <p:nvPicPr>
          <p:cNvPr id="46" name="صوت خطأ 4">
            <a:hlinkClick r:id="" action="ppaction://media"/>
            <a:extLst>
              <a:ext uri="{FF2B5EF4-FFF2-40B4-BE49-F238E27FC236}">
                <a16:creationId xmlns:a16="http://schemas.microsoft.com/office/drawing/2014/main" id="{009D922E-5173-4A47-1D2B-FFD84D3D8F53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3739923" y="23132675"/>
            <a:ext cx="665718" cy="665718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5CE4774-8777-5483-53E0-EC12B64C6E77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1534354" y="5739820"/>
            <a:ext cx="566724" cy="516521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3EF8B721-3538-9DA1-4E0E-8DDD3BD6A5AA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443432" y="6183062"/>
            <a:ext cx="748568" cy="674938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C24669E0-ABF8-020C-6034-338E1A46855E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1567821" y="6119472"/>
            <a:ext cx="499790" cy="127179"/>
          </a:xfrm>
          <a:prstGeom prst="rect">
            <a:avLst/>
          </a:prstGeom>
        </p:spPr>
      </p:pic>
      <p:pic>
        <p:nvPicPr>
          <p:cNvPr id="8" name="تسقيف 2">
            <a:hlinkClick r:id="" action="ppaction://media"/>
            <a:extLst>
              <a:ext uri="{FF2B5EF4-FFF2-40B4-BE49-F238E27FC236}">
                <a16:creationId xmlns:a16="http://schemas.microsoft.com/office/drawing/2014/main" id="{C3F12D48-920A-36B1-E24B-14BEF3846114}"/>
              </a:ext>
            </a:extLst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>
                  <p14:trim end="71887"/>
                </p14:media>
              </p:ext>
            </p:extLst>
          </p:nvPr>
        </p:nvPicPr>
        <p:blipFill>
          <a:blip r:embed="rId54"/>
          <a:stretch>
            <a:fillRect/>
          </a:stretch>
        </p:blipFill>
        <p:spPr>
          <a:xfrm>
            <a:off x="5331336" y="-8177855"/>
            <a:ext cx="579687" cy="57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6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sndAc>
          <p:stSnd>
            <p:snd r:embed="rId12" name="laser.wav"/>
          </p:stSnd>
        </p:sndAc>
      </p:transition>
    </mc:Choice>
    <mc:Fallback xmlns="">
      <p:transition spd="slow" advClick="0">
        <p:sndAc>
          <p:stSnd>
            <p:snd r:embed="rId63" name="las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0.00532 L 0.0013 0.00532 C 0.00169 0.02083 0.00091 0.03657 0.00247 0.05185 C 0.00352 0.06134 0.00638 0.06991 0.00872 0.07847 C 0.01185 0.08981 0.01458 0.10185 0.01875 0.1118 C 0.03099 0.1412 0.02982 0.13518 0.04375 0.14514 C 0.07031 0.16458 0.05182 0.15416 0.07995 0.16736 C 0.08958 0.17778 0.09831 0.19097 0.10872 0.19861 C 0.11367 0.20231 0.11836 0.20787 0.1237 0.20972 C 0.13294 0.21296 0.12786 0.21088 0.13867 0.21643 C 0.14388 0.22245 0.14102 0.22014 0.14753 0.22315 " pathEditMode="relative" ptsTypes="AAAAAAAAA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02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10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5714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10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10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10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 vol="10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10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  <p:audio>
              <p:cMediaNode vol="10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10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10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 vol="10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  <p:audio>
              <p:cMediaNode vol="10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 vol="10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 vol="10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  <p:audio>
              <p:cMediaNode vol="10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  <p:audio>
              <p:cMediaNode vol="10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  <p:audio>
              <p:cMediaNode vol="10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3 0.00856 L 0.0043 0.00856 C 0.00703 0.0206 0.01003 0.03264 0.01276 0.04491 C 0.01341 0.04768 0.01381 0.05092 0.01446 0.05393 C 0.0155 0.0581 0.01693 0.0618 0.01784 0.06597 C 0.01914 0.07199 0.01993 0.07824 0.02123 0.08426 C 0.02305 0.09213 0.025 0.10023 0.02644 0.10856 C 0.02709 0.1125 0.02722 0.11666 0.02813 0.1206 C 0.03073 0.13287 0.03386 0.14491 0.03659 0.15694 C 0.03776 0.16204 0.03933 0.1669 0.03998 0.17199 C 0.04128 0.18079 0.04375 0.19884 0.04519 0.20532 C 0.04649 0.2118 0.04857 0.21759 0.05026 0.22361 C 0.05078 0.23171 0.05118 0.23981 0.05196 0.24791 C 0.05235 0.25185 0.05339 0.25579 0.05365 0.25995 C 0.0556 0.29444 0.05352 0.29861 0.05703 0.32361 C 0.05756 0.32662 0.05782 0.32986 0.05873 0.33264 C 0.05964 0.33518 0.06107 0.3368 0.06224 0.33889 " pathEditMode="relative" ptsTypes="AAAAAAAAAAAAAAAAA">
                                      <p:cBhvr>
                                        <p:cTn id="3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269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73 0.00116 L -0.00573 0.00116 C -0.02188 0.00949 -0.04011 0.0169 -0.05521 0.03125 C -0.10755 0.08125 -0.05651 0.04375 -0.11315 0.08889 C -0.11927 0.09375 -0.12578 0.09676 -0.1319 0.10093 C -0.20755 0.1537 -0.10091 0.08333 -0.2086 0.15255 C -0.21315 0.15532 -0.21771 0.15857 -0.22227 0.16157 L -0.24102 0.17361 C -0.24479 0.17616 -0.25677 0.1831 -0.26146 0.18889 C -0.26446 0.19236 -0.26732 0.19653 -0.26992 0.20093 C -0.27956 0.21644 -0.27969 0.21644 -0.28529 0.23426 C -0.28659 0.2382 -0.28776 0.24213 -0.28867 0.2463 C -0.28946 0.24931 -0.29037 0.25556 -0.29037 0.25556 " pathEditMode="relative" ptsTypes="AAAAAAAAAAAAA"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146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129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1296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5" dur="129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0" dur="1296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1296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1296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5" dur="1296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0" dur="1296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1296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0" dur="1296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5" dur="1296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0" dur="1296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5" dur="1296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0" dur="129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5" dur="1296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6" dur="347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audio>
              <p:cMediaNode vol="100000">
                <p:cTn id="1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07767" y="-2518"/>
            <a:ext cx="6597891" cy="6854951"/>
          </a:xfrm>
          <a:custGeom>
            <a:avLst/>
            <a:gdLst/>
            <a:ahLst/>
            <a:cxnLst/>
            <a:rect l="l" t="t" r="r" b="b"/>
            <a:pathLst>
              <a:path w="8481061" h="8811492">
                <a:moveTo>
                  <a:pt x="0" y="0"/>
                </a:moveTo>
                <a:lnTo>
                  <a:pt x="8481062" y="0"/>
                </a:lnTo>
                <a:lnTo>
                  <a:pt x="8481062" y="8811492"/>
                </a:lnTo>
                <a:lnTo>
                  <a:pt x="0" y="8811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994051" y="5245969"/>
            <a:ext cx="1619454" cy="1406900"/>
          </a:xfrm>
          <a:custGeom>
            <a:avLst/>
            <a:gdLst/>
            <a:ahLst/>
            <a:cxnLst/>
            <a:rect l="l" t="t" r="r" b="b"/>
            <a:pathLst>
              <a:path w="2081678" h="1808458">
                <a:moveTo>
                  <a:pt x="0" y="0"/>
                </a:moveTo>
                <a:lnTo>
                  <a:pt x="2081678" y="0"/>
                </a:lnTo>
                <a:lnTo>
                  <a:pt x="2081678" y="1808458"/>
                </a:lnTo>
                <a:lnTo>
                  <a:pt x="0" y="18084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70294" y="2825447"/>
            <a:ext cx="634487" cy="603555"/>
          </a:xfrm>
          <a:custGeom>
            <a:avLst/>
            <a:gdLst/>
            <a:ahLst/>
            <a:cxnLst/>
            <a:rect l="l" t="t" r="r" b="b"/>
            <a:pathLst>
              <a:path w="815582" h="775822">
                <a:moveTo>
                  <a:pt x="0" y="0"/>
                </a:moveTo>
                <a:lnTo>
                  <a:pt x="815582" y="0"/>
                </a:lnTo>
                <a:lnTo>
                  <a:pt x="815582" y="775822"/>
                </a:lnTo>
                <a:lnTo>
                  <a:pt x="0" y="775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87725" y="5373836"/>
            <a:ext cx="837899" cy="793911"/>
          </a:xfrm>
          <a:custGeom>
            <a:avLst/>
            <a:gdLst/>
            <a:ahLst/>
            <a:cxnLst/>
            <a:rect l="l" t="t" r="r" b="b"/>
            <a:pathLst>
              <a:path w="1077053" h="1020508">
                <a:moveTo>
                  <a:pt x="0" y="0"/>
                </a:moveTo>
                <a:lnTo>
                  <a:pt x="1077053" y="0"/>
                </a:lnTo>
                <a:lnTo>
                  <a:pt x="1077053" y="1020508"/>
                </a:lnTo>
                <a:lnTo>
                  <a:pt x="0" y="10205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781932" y="5315125"/>
            <a:ext cx="1277337" cy="852623"/>
          </a:xfrm>
          <a:custGeom>
            <a:avLst/>
            <a:gdLst/>
            <a:ahLst/>
            <a:cxnLst/>
            <a:rect l="l" t="t" r="r" b="b"/>
            <a:pathLst>
              <a:path w="1641915" h="1095978">
                <a:moveTo>
                  <a:pt x="0" y="0"/>
                </a:moveTo>
                <a:lnTo>
                  <a:pt x="1641916" y="0"/>
                </a:lnTo>
                <a:lnTo>
                  <a:pt x="1641916" y="1095978"/>
                </a:lnTo>
                <a:lnTo>
                  <a:pt x="0" y="10959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87220" y="3940597"/>
            <a:ext cx="634487" cy="603555"/>
          </a:xfrm>
          <a:custGeom>
            <a:avLst/>
            <a:gdLst/>
            <a:ahLst/>
            <a:cxnLst/>
            <a:rect l="l" t="t" r="r" b="b"/>
            <a:pathLst>
              <a:path w="815582" h="775822">
                <a:moveTo>
                  <a:pt x="0" y="0"/>
                </a:moveTo>
                <a:lnTo>
                  <a:pt x="815582" y="0"/>
                </a:lnTo>
                <a:lnTo>
                  <a:pt x="815582" y="775822"/>
                </a:lnTo>
                <a:lnTo>
                  <a:pt x="0" y="775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520446" y="-1114698"/>
            <a:ext cx="3299695" cy="2738747"/>
          </a:xfrm>
          <a:custGeom>
            <a:avLst/>
            <a:gdLst/>
            <a:ahLst/>
            <a:cxnLst/>
            <a:rect l="l" t="t" r="r" b="b"/>
            <a:pathLst>
              <a:path w="4241494" h="3520440">
                <a:moveTo>
                  <a:pt x="0" y="0"/>
                </a:moveTo>
                <a:lnTo>
                  <a:pt x="4241494" y="0"/>
                </a:lnTo>
                <a:lnTo>
                  <a:pt x="4241494" y="3520440"/>
                </a:lnTo>
                <a:lnTo>
                  <a:pt x="0" y="35204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9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147675" y="-1363807"/>
            <a:ext cx="3299695" cy="2738747"/>
          </a:xfrm>
          <a:custGeom>
            <a:avLst/>
            <a:gdLst/>
            <a:ahLst/>
            <a:cxnLst/>
            <a:rect l="l" t="t" r="r" b="b"/>
            <a:pathLst>
              <a:path w="4241494" h="3520440">
                <a:moveTo>
                  <a:pt x="0" y="0"/>
                </a:moveTo>
                <a:lnTo>
                  <a:pt x="4241494" y="0"/>
                </a:lnTo>
                <a:lnTo>
                  <a:pt x="4241494" y="3520440"/>
                </a:lnTo>
                <a:lnTo>
                  <a:pt x="0" y="35204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9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607767" y="254675"/>
            <a:ext cx="734439" cy="791447"/>
          </a:xfrm>
          <a:custGeom>
            <a:avLst/>
            <a:gdLst/>
            <a:ahLst/>
            <a:cxnLst/>
            <a:rect l="l" t="t" r="r" b="b"/>
            <a:pathLst>
              <a:path w="944063" h="1017341">
                <a:moveTo>
                  <a:pt x="0" y="0"/>
                </a:moveTo>
                <a:lnTo>
                  <a:pt x="944064" y="0"/>
                </a:lnTo>
                <a:lnTo>
                  <a:pt x="944064" y="1017341"/>
                </a:lnTo>
                <a:lnTo>
                  <a:pt x="0" y="10173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9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90472" y="521457"/>
            <a:ext cx="1303519" cy="1049332"/>
          </a:xfrm>
          <a:custGeom>
            <a:avLst/>
            <a:gdLst/>
            <a:ahLst/>
            <a:cxnLst/>
            <a:rect l="l" t="t" r="r" b="b"/>
            <a:pathLst>
              <a:path w="1675569" h="1348833">
                <a:moveTo>
                  <a:pt x="0" y="0"/>
                </a:moveTo>
                <a:lnTo>
                  <a:pt x="1675569" y="0"/>
                </a:lnTo>
                <a:lnTo>
                  <a:pt x="1675569" y="1348832"/>
                </a:lnTo>
                <a:lnTo>
                  <a:pt x="0" y="13488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9999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074184" y="165588"/>
            <a:ext cx="1303519" cy="1049332"/>
          </a:xfrm>
          <a:custGeom>
            <a:avLst/>
            <a:gdLst/>
            <a:ahLst/>
            <a:cxnLst/>
            <a:rect l="l" t="t" r="r" b="b"/>
            <a:pathLst>
              <a:path w="1675569" h="1348833">
                <a:moveTo>
                  <a:pt x="0" y="0"/>
                </a:moveTo>
                <a:lnTo>
                  <a:pt x="1675568" y="0"/>
                </a:lnTo>
                <a:lnTo>
                  <a:pt x="1675568" y="1348832"/>
                </a:lnTo>
                <a:lnTo>
                  <a:pt x="0" y="13488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9999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91306" y="2333746"/>
            <a:ext cx="1026315" cy="983397"/>
          </a:xfrm>
          <a:custGeom>
            <a:avLst/>
            <a:gdLst/>
            <a:ahLst/>
            <a:cxnLst/>
            <a:rect l="l" t="t" r="r" b="b"/>
            <a:pathLst>
              <a:path w="1319246" h="1264078">
                <a:moveTo>
                  <a:pt x="0" y="0"/>
                </a:moveTo>
                <a:lnTo>
                  <a:pt x="1319246" y="0"/>
                </a:lnTo>
                <a:lnTo>
                  <a:pt x="1319246" y="1264077"/>
                </a:lnTo>
                <a:lnTo>
                  <a:pt x="0" y="126407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9999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990124" y="5567"/>
            <a:ext cx="6597891" cy="6854951"/>
          </a:xfrm>
          <a:custGeom>
            <a:avLst/>
            <a:gdLst/>
            <a:ahLst/>
            <a:cxnLst/>
            <a:rect l="l" t="t" r="r" b="b"/>
            <a:pathLst>
              <a:path w="8481061" h="8811492">
                <a:moveTo>
                  <a:pt x="0" y="0"/>
                </a:moveTo>
                <a:lnTo>
                  <a:pt x="8481061" y="0"/>
                </a:lnTo>
                <a:lnTo>
                  <a:pt x="8481061" y="8811492"/>
                </a:lnTo>
                <a:lnTo>
                  <a:pt x="0" y="8811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7125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 rot="-422451">
            <a:off x="990589" y="3293462"/>
            <a:ext cx="5083379" cy="9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711388" rtl="0" eaLnBrk="1" fontAlgn="auto" latinLnBrk="0" hangingPunct="1">
              <a:lnSpc>
                <a:spcPts val="931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 rot="-422451">
            <a:off x="3371686" y="1289856"/>
            <a:ext cx="5083379" cy="9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711388" rtl="0" eaLnBrk="1" fontAlgn="auto" latinLnBrk="0" hangingPunct="1">
              <a:lnSpc>
                <a:spcPts val="931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59C790-F0F7-4315-9BAE-652F91CCB8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482"/>
            <a:ext cx="12190476" cy="68571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1BE8F2-4886-4A27-8628-823ED6E9C69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0" y="4909677"/>
            <a:ext cx="1948323" cy="19483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FA6D46-9D95-4D17-A74A-0778BF0FCDC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857" y="5397982"/>
            <a:ext cx="1102873" cy="110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46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4</Slides>
  <Notes>0</Notes>
  <HiddenSlides>0</HiddenSlides>
  <MMClips>24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</dc:creator>
  <cp:lastModifiedBy>0</cp:lastModifiedBy>
  <cp:revision>15</cp:revision>
  <dcterms:created xsi:type="dcterms:W3CDTF">2024-10-19T17:47:53Z</dcterms:created>
  <dcterms:modified xsi:type="dcterms:W3CDTF">2024-11-18T21:00:24Z</dcterms:modified>
</cp:coreProperties>
</file>